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lang="en-IN" dirty="0" err="1"/>
              <a:t>Omnisec</a:t>
            </a:r>
            <a:r>
              <a:rPr lang="en-IN" dirty="0"/>
              <a:t> Analyzer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2D3EE"/>
                </a:solidFill>
                <a:latin typeface="Calibri"/>
              </a:defRPr>
            </a:pPr>
            <a:r>
              <a:t>Detect.  Analyze.  Protect.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A Beginner-Friendly Cybersecurity Testing &amp; Learning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754880"/>
            <a:ext cx="48463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React  ·  TypeScript  ·  Node.js  ·  Express  · 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College Hackathon Project  |  Educational Use Only  |  No External Scanning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CyberSentinel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rPr dirty="0"/>
              <a:t>A website that teaches you how hackers attack — and how to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rPr dirty="0"/>
              <a:t>✦  It has 4 security testing modules — each one teaches a different concept.</a:t>
            </a:r>
          </a:p>
          <a:p>
            <a:pPr>
              <a:spcAft>
                <a:spcPts val="8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rPr dirty="0"/>
              <a:t>✦  All tests run on YOUR OWN computer only (localhost) — nothing goes to the internet.</a:t>
            </a:r>
          </a:p>
          <a:p>
            <a:pPr>
              <a:spcAft>
                <a:spcPts val="8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rPr dirty="0"/>
              <a:t>✦  It stores results in a local database (SQLite) </a:t>
            </a:r>
            <a:endParaRPr lang="en-IN" dirty="0"/>
          </a:p>
          <a:p>
            <a:pPr>
              <a:spcAft>
                <a:spcPts val="80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rPr dirty="0"/>
              <a:t>✦  Built for students who are beginners in programming and cybersecurity.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515600" cy="548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KEY WORD:  "Educational Lab" = A safe sandbox on your own machine for learning, not attacking.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 Security Modules — What Each One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73152" cy="3657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Module 1 — Geolocation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You type an IP address (like 8.8.8.8 = Google's server)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It shows: Country, City, ISP name, Coordinates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Uses a free API (ip-api.com) to look up info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Teaches: How every device on the internet has an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1417320"/>
            <a:ext cx="73152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Module 2 — SQL Injection Tester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SQL = the language used to talk to databases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Injection = putting harmful commands into input fields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Shows VULNERABLE code vs SECURE code side-by-side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Teaches: Always use '?' placeholders, never paste user input into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73152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2245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Module 3 — OWASP Top 10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OWASP = a world-famous list of 10 biggest web security risks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Checks: security headers, access control, logging, encryption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Also has URL Safety Checker (paste a link → checks format locally)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Teaches: The top 10 things every web developer must protect against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51206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46520" y="4251960"/>
            <a:ext cx="73152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Module 4 — API Rate Limit Tester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6634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API = a door where programs send/receive data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Rate Limit = a rule saying 'max 100 requests per minute'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Sends a burst of requests → shows which ones get blocked (HTTP 429)</a:t>
            </a:r>
          </a:p>
          <a:p>
            <a:pPr>
              <a:spcAft>
                <a:spcPts val="65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•  Teaches: How websites stop bots and spam attacks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Works — Simple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73152" cy="3657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81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FRONTEND  (What You See)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Built with React + TypeScript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Runs in your browser (Chrome)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Dashboard with sidebar navigation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Forms to enter IPs, SQL payloads, URLs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Charts and tables show results visually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Dark theme with cyan/violet accents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10896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73152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481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BACKEND  (The Brain)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2024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Built with Node.js + Express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Receives requests from frontend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Runs security checks and tests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Local lab server with demo apps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Protected APIs with rate limiting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Sends results back as JSON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78BF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10896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73152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481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DATABASE  (Memory)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SQLite — a small file-based database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Stores: scan history, findings, settings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No complex setup needed (no MySQL/Postgres)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Can export reports as HTML or JSON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Persists data between sessions</a:t>
            </a:r>
          </a:p>
          <a:p>
            <a:pPr>
              <a:spcAft>
                <a:spcPts val="6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All data stays on your laptop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KEY WORDS TO REMEMBER: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Frontend = the screen you see  |  Backend = the server doing work  |  Database = where results are saved  |  API = how frontend talks to backend  |  localhost = your own computer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Safety, Ethics &amp;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This project is built with strict safety rules. Here's what we enforce: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6576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external 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The app never sends attacks to real websites or public servers. Everything runs on localhost (127.0.0.1).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36576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Isolated educational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786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We built a fake vulnerable app and a fake secure app inside our own server — only these are tested.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36576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Target registry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186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The backend checks every request to ensure the target is a registered local lab address. External URLs are rejected.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6576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All findings are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587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Every vulnerability found comes from an actual HTTP test — no fake numbers or simulated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36576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Demo data is labeled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98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When something is pre-loaded sample data, it says 'DEMO DATA' clearly.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2040"/>
            <a:ext cx="36576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Open source &amp; transparent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1389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All code is visible. Judges can read any file to verify our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D3EE"/>
                </a:solidFill>
                <a:latin typeface="Calibri"/>
              </a:defRPr>
            </a:pPr>
            <a:r>
              <a:t>CyberSentinel AI — Detect. Analyze. Protect.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9184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✦  4 working modules — Geolocation, SQL Injection, OWASP Top 10, Rate Limiter</a:t>
            </a:r>
          </a:p>
          <a:p>
            <a:pPr>
              <a:spcAft>
                <a:spcPts val="75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✦  Full-stack app — React frontend + Node.js backend + SQLite database</a:t>
            </a:r>
          </a:p>
          <a:p>
            <a:pPr>
              <a:spcAft>
                <a:spcPts val="75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✦  100% local &amp; safe — no external websites are ever scanned</a:t>
            </a:r>
          </a:p>
          <a:p>
            <a:pPr>
              <a:spcAft>
                <a:spcPts val="75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✦  Real test results — every finding backed by actual HTTP evidence</a:t>
            </a:r>
          </a:p>
          <a:p>
            <a:pPr>
              <a:spcAft>
                <a:spcPts val="75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✦  Beginner-friendly — built to learn and demonstrate, not to attack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5760720"/>
            <a:ext cx="5760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5806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Questions?  We'd love to explain any part in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796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Chelli</cp:lastModifiedBy>
  <cp:revision>2</cp:revision>
  <dcterms:created xsi:type="dcterms:W3CDTF">2013-01-27T09:14:16Z</dcterms:created>
  <dcterms:modified xsi:type="dcterms:W3CDTF">2026-10-09T10:21:35Z</dcterms:modified>
  <cp:category/>
</cp:coreProperties>
</file>