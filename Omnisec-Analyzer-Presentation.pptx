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341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OmniSec 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Detect. Analyze. Protect.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657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A cybersecurity learning lab for students and defenders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4754880"/>
            <a:ext cx="4846320" cy="502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0" y="4800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React  ?  TypeScript  ?  Node.js  ?  Express  ?  SQLite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Current release | Added: Identity Attack Paths and OSINT Explorer | Removed: API rate-limit tester and BOLA tester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What changed in this release?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This version adds two new learning features and removes two older demo tools.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Added</a:t>
            </a:r>
          </a:p>
          <a:p>
            <a:r>
              <a:rPr dirty="0"/>
              <a:t>- Identity Attack Paths: fictional graph traversal and simulated remediation</a:t>
            </a:r>
          </a:p>
          <a:p>
            <a:r>
              <a:rPr dirty="0"/>
              <a:t>- OSINT Explorer: curated directory and learning path</a:t>
            </a:r>
          </a:p>
          <a:p>
            <a:endParaRPr dirty="0"/>
          </a:p>
          <a:p>
            <a:r>
              <a:rPr dirty="0"/>
              <a:t>Removed</a:t>
            </a:r>
          </a:p>
          <a:p>
            <a:r>
              <a:rPr dirty="0"/>
              <a:t>- API Rate Limit Tester</a:t>
            </a:r>
          </a:p>
          <a:p>
            <a:r>
              <a:rPr dirty="0"/>
              <a:t>- Standalone API BOLA tester</a:t>
            </a:r>
          </a:p>
          <a:p>
            <a:endParaRPr dirty="0"/>
          </a:p>
          <a:p>
            <a:r>
              <a:rPr dirty="0"/>
              <a:t>Kept</a:t>
            </a:r>
          </a:p>
          <a:p>
            <a:r>
              <a:rPr dirty="0"/>
              <a:t>- Geolocation Intel</a:t>
            </a:r>
          </a:p>
          <a:p>
            <a:r>
              <a:rPr dirty="0"/>
              <a:t>- SQL Injection Tester</a:t>
            </a:r>
          </a:p>
          <a:p>
            <a:r>
              <a:rPr dirty="0"/>
              <a:t>- OWASP Top 10</a:t>
            </a:r>
          </a:p>
          <a:p>
            <a:r>
              <a:rPr dirty="0"/>
              <a:t>- Local lab safety controls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486400"/>
            <a:ext cx="10515600" cy="5486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solidFill>
                  <a:schemeClr val="bg1"/>
                </a:solidFill>
              </a:rPr>
              <a:t>KEY MESSAGE: educational lab features stay local, simulated, and safe.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Current product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2468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68680" y="1417320"/>
            <a:ext cx="73152" cy="36576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Module 1 - Geolocation Intel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? Public IP lookup with approximate city/region and map view</a:t>
            </a:r>
          </a:p>
          <a:p>
            <a:r>
              <a:t>? Teaches how network metadata can be interpreted in context</a:t>
            </a:r>
          </a:p>
          <a:p>
            <a:r>
              <a:t>? Uses the configured external geolocation provider only when needed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120640" cy="2468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46520" y="1417320"/>
            <a:ext cx="73152" cy="36576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Module 2 - SQL Injection Tester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82880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? Shows vulnerable and secure query patterns side-by-side</a:t>
            </a:r>
          </a:p>
          <a:p>
            <a:r>
              <a:t>? Demonstrates the difference between unsafe SQL construction and parameterized queries</a:t>
            </a:r>
          </a:p>
          <a:p>
            <a:r>
              <a:t>? Safe educational lab 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5120640" cy="2468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68680" y="4251960"/>
            <a:ext cx="73152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42245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Module 3 - OWASP Top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6344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? Real-time checks against registered local demo targets</a:t>
            </a:r>
          </a:p>
          <a:p>
            <a:r>
              <a:t>? Includes evidence, remediation guidance, and report downloads</a:t>
            </a:r>
          </a:p>
          <a:p>
            <a:r>
              <a:t>? Enforces the local-lab boundary and cautious target validation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114800"/>
            <a:ext cx="5120640" cy="2468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46520" y="4251960"/>
            <a:ext cx="73152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0" y="42245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Module 4 - Identity Attack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66344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? Fictional Acme Corporation graph traversal demo</a:t>
            </a:r>
          </a:p>
          <a:p>
            <a:r>
              <a:t>? Simulates path analysis and in-memory remediation changes</a:t>
            </a:r>
          </a:p>
          <a:p>
            <a:r>
              <a:t>? Clear labeling: results are demo-only and not real identity evidence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How it works - current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108960" cy="34747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68680" y="1508760"/>
            <a:ext cx="73152" cy="36576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48132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FRONTEND (What you see)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920240"/>
            <a:ext cx="2651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? Built with React + TypeScript</a:t>
            </a:r>
          </a:p>
          <a:p>
            <a:r>
              <a:t>? Sidebar-driven navigation</a:t>
            </a:r>
          </a:p>
          <a:p>
            <a:r>
              <a:t>? Geolocation, SQL lab, OWASP checks, graph explorer, OSINT catalogue</a:t>
            </a:r>
          </a:p>
          <a:p>
            <a:r>
              <a:t>? Charts, tables, report views, and local settings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432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108960" cy="34747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26280" y="1508760"/>
            <a:ext cx="73152" cy="36576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148132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BACKEND (The brain)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920240"/>
            <a:ext cx="2651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? Built with Node.js + Express</a:t>
            </a:r>
          </a:p>
          <a:p>
            <a:r>
              <a:t>? Receives UI requests and local lab actions</a:t>
            </a:r>
          </a:p>
          <a:p>
            <a:r>
              <a:t>? Runs assessment checks and report generation</a:t>
            </a:r>
          </a:p>
          <a:p>
            <a:r>
              <a:t>? Validates targets and keeps defensive middleware active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7432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-&gt;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371600"/>
            <a:ext cx="3108960" cy="34747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183880" y="1508760"/>
            <a:ext cx="73152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148132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DATABASE (Persistence)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920240"/>
            <a:ext cx="2651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? SQLite file-based persistence</a:t>
            </a:r>
          </a:p>
          <a:p>
            <a:r>
              <a:t>? Stores scan history, findings, reports, and settings</a:t>
            </a:r>
          </a:p>
          <a:p>
            <a:r>
              <a:t>? Keeps the educational lab local to the machine</a:t>
            </a:r>
          </a:p>
          <a:p>
            <a:r>
              <a:t>? Identity and OSINT data remain client-side demo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303520"/>
            <a:ext cx="10515600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5349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KEY IDEAS: Frontend = UI, Backend = logic, Database = saved results, localhost = local-only educational 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Safety, ethics,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This project is designed for safe learning and authorized defensive use.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65760" cy="365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Local-only target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93852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The app checks every OWASP target against registered local demo services. External targets are not considered valid test subjects.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31720"/>
            <a:ext cx="365760" cy="365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Passive URL inspection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7860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The URL safety check inspects URL structure locally; it does not visit the destination.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971800"/>
            <a:ext cx="365760" cy="365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2971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26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Identity graph is fictional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1868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Identity Attack Paths is demo-only and labeled as simulated; it does not reflect a real organization or live directory.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611880"/>
            <a:ext cx="365760" cy="365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611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566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OSINT directory is educational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85876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OSINT Explorer is a resource catalogue and learning interface only; it does not scrape, collect data, or bypass access controls.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51960"/>
            <a:ext cx="365760" cy="365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4251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206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Respect provider terms and privacy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49884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Geolocation and external resources may have rate limits, licensing, or policy constraints that must be checked independently.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892040"/>
            <a:ext cx="365760" cy="365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4892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846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Use it responsibly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13892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The project supports learning and defensive review, not unauthorized scanning or surveillance.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9144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OmniSec Analyzer - Detect. Analyze. Protect.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3291840"/>
            <a:ext cx="7315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Added</a:t>
            </a:r>
          </a:p>
          <a:p>
            <a:r>
              <a:t>- Identity Attack Paths</a:t>
            </a:r>
          </a:p>
          <a:p>
            <a:r>
              <a:t>- OSINT Explorer</a:t>
            </a:r>
          </a:p>
          <a:p>
            <a:endParaRPr/>
          </a:p>
          <a:p>
            <a:r>
              <a:t>Removed</a:t>
            </a:r>
          </a:p>
          <a:p>
            <a:r>
              <a:t>- API Rate Limit Tester</a:t>
            </a:r>
          </a:p>
          <a:p>
            <a:r>
              <a:t>- Standalone API BOLA tester</a:t>
            </a:r>
          </a:p>
          <a:p>
            <a:endParaRPr/>
          </a:p>
          <a:p>
            <a:r>
              <a:t>Built for</a:t>
            </a:r>
          </a:p>
          <a:p>
            <a:r>
              <a:t>- Safe learning</a:t>
            </a:r>
          </a:p>
          <a:p>
            <a:r>
              <a:t>- Educational lab testing</a:t>
            </a:r>
          </a:p>
          <a:p>
            <a:r>
              <a:t>- Authorized defensive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5760720"/>
            <a:ext cx="5760720" cy="502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383280" y="58064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Questions? We would be happy to explain any part in detail.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627</Words>
  <Application>Microsoft Office PowerPoint</Application>
  <PresentationFormat>Widescreen</PresentationFormat>
  <Paragraphs>92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LAXMAN KORRA</cp:lastModifiedBy>
  <cp:revision>4</cp:revision>
  <dcterms:created xsi:type="dcterms:W3CDTF">2013-01-27T09:14:16Z</dcterms:created>
  <dcterms:modified xsi:type="dcterms:W3CDTF">2026-10-10T05:04:23Z</dcterms:modified>
  <cp:category/>
</cp:coreProperties>
</file>